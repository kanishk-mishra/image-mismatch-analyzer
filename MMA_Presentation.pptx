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74" r:id="rId4"/>
    <p:sldId id="275" r:id="rId5"/>
    <p:sldId id="273" r:id="rId6"/>
    <p:sldId id="259" r:id="rId7"/>
    <p:sldId id="268" r:id="rId8"/>
    <p:sldId id="269" r:id="rId9"/>
    <p:sldId id="270" r:id="rId10"/>
    <p:sldId id="272" r:id="rId11"/>
    <p:sldId id="277" r:id="rId12"/>
    <p:sldId id="266" r:id="rId13"/>
    <p:sldId id="276" r:id="rId14"/>
    <p:sldId id="267" r:id="rId15"/>
    <p:sldId id="271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43B27-5FCB-4F86-A754-833792E00475}" v="150" dt="2025-07-31T18:11:02.222"/>
  </p1510:revLst>
</p1510:revInfo>
</file>

<file path=ppt/tableStyles.xml><?xml version="1.0" encoding="utf-8"?>
<a:tblStyleLst xmlns:a="http://schemas.openxmlformats.org/drawingml/2006/main" def="{1ABA0128-31A8-4EDB-8E3B-B04A8E53E062}">
  <a:tblStyle styleId="{1ABA0128-31A8-4EDB-8E3B-B04A8E53E0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RA Kanishk" userId="4bbc736d-6bfb-462e-9324-98f1e1e13f79" providerId="ADAL" clId="{FA743B27-5FCB-4F86-A754-833792E00475}"/>
    <pc:docChg chg="undo redo custSel addSld delSld modSld sldOrd">
      <pc:chgData name="MISHRA Kanishk" userId="4bbc736d-6bfb-462e-9324-98f1e1e13f79" providerId="ADAL" clId="{FA743B27-5FCB-4F86-A754-833792E00475}" dt="2025-08-20T05:51:29.136" v="4459" actId="14100"/>
      <pc:docMkLst>
        <pc:docMk/>
      </pc:docMkLst>
      <pc:sldChg chg="addSp delSp modSp mod">
        <pc:chgData name="MISHRA Kanishk" userId="4bbc736d-6bfb-462e-9324-98f1e1e13f79" providerId="ADAL" clId="{FA743B27-5FCB-4F86-A754-833792E00475}" dt="2025-08-20T05:51:29.136" v="4459" actId="14100"/>
        <pc:sldMkLst>
          <pc:docMk/>
          <pc:sldMk cId="0" sldId="256"/>
        </pc:sldMkLst>
        <pc:spChg chg="mod">
          <ac:chgData name="MISHRA Kanishk" userId="4bbc736d-6bfb-462e-9324-98f1e1e13f79" providerId="ADAL" clId="{FA743B27-5FCB-4F86-A754-833792E00475}" dt="2025-07-31T06:09:04.559" v="1" actId="20577"/>
          <ac:spMkLst>
            <pc:docMk/>
            <pc:sldMk cId="0" sldId="256"/>
            <ac:spMk id="2" creationId="{ACDEB3C2-B635-304F-E0AE-15D5C1A8CE9C}"/>
          </ac:spMkLst>
        </pc:spChg>
        <pc:spChg chg="add del">
          <ac:chgData name="MISHRA Kanishk" userId="4bbc736d-6bfb-462e-9324-98f1e1e13f79" providerId="ADAL" clId="{FA743B27-5FCB-4F86-A754-833792E00475}" dt="2025-07-31T06:21:59.056" v="188" actId="478"/>
          <ac:spMkLst>
            <pc:docMk/>
            <pc:sldMk cId="0" sldId="256"/>
            <ac:spMk id="3" creationId="{67276793-E963-1989-3D14-794F26EA519C}"/>
          </ac:spMkLst>
        </pc:spChg>
        <pc:spChg chg="mod">
          <ac:chgData name="MISHRA Kanishk" userId="4bbc736d-6bfb-462e-9324-98f1e1e13f79" providerId="ADAL" clId="{FA743B27-5FCB-4F86-A754-833792E00475}" dt="2025-07-31T06:21:58.640" v="187" actId="1076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MISHRA Kanishk" userId="4bbc736d-6bfb-462e-9324-98f1e1e13f79" providerId="ADAL" clId="{FA743B27-5FCB-4F86-A754-833792E00475}" dt="2025-07-31T06:34:29.068" v="245" actId="1035"/>
          <ac:spMkLst>
            <pc:docMk/>
            <pc:sldMk cId="0" sldId="256"/>
            <ac:spMk id="135" creationId="{00000000-0000-0000-0000-000000000000}"/>
          </ac:spMkLst>
        </pc:spChg>
        <pc:spChg chg="mod">
          <ac:chgData name="MISHRA Kanishk" userId="4bbc736d-6bfb-462e-9324-98f1e1e13f79" providerId="ADAL" clId="{FA743B27-5FCB-4F86-A754-833792E00475}" dt="2025-08-20T05:51:29.136" v="4459" actId="14100"/>
          <ac:spMkLst>
            <pc:docMk/>
            <pc:sldMk cId="0" sldId="256"/>
            <ac:spMk id="136" creationId="{00000000-0000-0000-0000-000000000000}"/>
          </ac:spMkLst>
        </pc:spChg>
      </pc:sldChg>
      <pc:sldChg chg="addSp delSp modSp add mod">
        <pc:chgData name="MISHRA Kanishk" userId="4bbc736d-6bfb-462e-9324-98f1e1e13f79" providerId="ADAL" clId="{FA743B27-5FCB-4F86-A754-833792E00475}" dt="2025-07-31T15:55:27.325" v="2802" actId="1076"/>
        <pc:sldMkLst>
          <pc:docMk/>
          <pc:sldMk cId="0" sldId="257"/>
        </pc:sldMkLst>
        <pc:spChg chg="add mod">
          <ac:chgData name="MISHRA Kanishk" userId="4bbc736d-6bfb-462e-9324-98f1e1e13f79" providerId="ADAL" clId="{FA743B27-5FCB-4F86-A754-833792E00475}" dt="2025-07-31T07:36:57.225" v="1668"/>
          <ac:spMkLst>
            <pc:docMk/>
            <pc:sldMk cId="0" sldId="257"/>
            <ac:spMk id="19" creationId="{6FF0966F-A8D4-6262-1085-4A9BEF78BAF6}"/>
          </ac:spMkLst>
        </pc:spChg>
        <pc:spChg chg="add mod">
          <ac:chgData name="MISHRA Kanishk" userId="4bbc736d-6bfb-462e-9324-98f1e1e13f79" providerId="ADAL" clId="{FA743B27-5FCB-4F86-A754-833792E00475}" dt="2025-07-31T08:43:13.693" v="1710"/>
          <ac:spMkLst>
            <pc:docMk/>
            <pc:sldMk cId="0" sldId="257"/>
            <ac:spMk id="20" creationId="{E2BBB15F-313D-43A8-7EF0-451F7D5CFA6C}"/>
          </ac:spMkLst>
        </pc:spChg>
        <pc:spChg chg="mod">
          <ac:chgData name="MISHRA Kanishk" userId="4bbc736d-6bfb-462e-9324-98f1e1e13f79" providerId="ADAL" clId="{FA743B27-5FCB-4F86-A754-833792E00475}" dt="2025-07-31T06:47:12.988" v="305" actId="20577"/>
          <ac:spMkLst>
            <pc:docMk/>
            <pc:sldMk cId="0" sldId="257"/>
            <ac:spMk id="141" creationId="{00000000-0000-0000-0000-000000000000}"/>
          </ac:spMkLst>
        </pc:spChg>
        <pc:spChg chg="mod">
          <ac:chgData name="MISHRA Kanishk" userId="4bbc736d-6bfb-462e-9324-98f1e1e13f79" providerId="ADAL" clId="{FA743B27-5FCB-4F86-A754-833792E00475}" dt="2025-07-31T15:55:27.325" v="2802" actId="1076"/>
          <ac:spMkLst>
            <pc:docMk/>
            <pc:sldMk cId="0" sldId="257"/>
            <ac:spMk id="142" creationId="{00000000-0000-0000-0000-000000000000}"/>
          </ac:spMkLst>
        </pc:spChg>
      </pc:sldChg>
      <pc:sldChg chg="modSp del mod ord">
        <pc:chgData name="MISHRA Kanishk" userId="4bbc736d-6bfb-462e-9324-98f1e1e13f79" providerId="ADAL" clId="{FA743B27-5FCB-4F86-A754-833792E00475}" dt="2025-07-31T16:07:40.538" v="2840" actId="47"/>
        <pc:sldMkLst>
          <pc:docMk/>
          <pc:sldMk cId="0" sldId="258"/>
        </pc:sldMkLst>
      </pc:sldChg>
      <pc:sldChg chg="addSp delSp modSp mod">
        <pc:chgData name="MISHRA Kanishk" userId="4bbc736d-6bfb-462e-9324-98f1e1e13f79" providerId="ADAL" clId="{FA743B27-5FCB-4F86-A754-833792E00475}" dt="2025-07-31T16:15:03.917" v="2879" actId="207"/>
        <pc:sldMkLst>
          <pc:docMk/>
          <pc:sldMk cId="0" sldId="259"/>
        </pc:sldMkLst>
        <pc:spChg chg="add mod">
          <ac:chgData name="MISHRA Kanishk" userId="4bbc736d-6bfb-462e-9324-98f1e1e13f79" providerId="ADAL" clId="{FA743B27-5FCB-4F86-A754-833792E00475}" dt="2025-07-31T16:15:03.917" v="2879" actId="207"/>
          <ac:spMkLst>
            <pc:docMk/>
            <pc:sldMk cId="0" sldId="259"/>
            <ac:spMk id="7" creationId="{685DE7B3-6CE1-AB5B-34FD-F24164521868}"/>
          </ac:spMkLst>
        </pc:spChg>
      </pc:sldChg>
      <pc:sldChg chg="addSp delSp modSp add mod">
        <pc:chgData name="MISHRA Kanishk" userId="4bbc736d-6bfb-462e-9324-98f1e1e13f79" providerId="ADAL" clId="{FA743B27-5FCB-4F86-A754-833792E00475}" dt="2025-07-31T17:42:09.804" v="3210" actId="20577"/>
        <pc:sldMkLst>
          <pc:docMk/>
          <pc:sldMk cId="0" sldId="266"/>
        </pc:sldMkLst>
        <pc:spChg chg="add mod">
          <ac:chgData name="MISHRA Kanishk" userId="4bbc736d-6bfb-462e-9324-98f1e1e13f79" providerId="ADAL" clId="{FA743B27-5FCB-4F86-A754-833792E00475}" dt="2025-07-31T15:31:13.994" v="2655"/>
          <ac:spMkLst>
            <pc:docMk/>
            <pc:sldMk cId="0" sldId="266"/>
            <ac:spMk id="2" creationId="{C998D53B-1865-D737-6E1B-A84CD11C38FB}"/>
          </ac:spMkLst>
        </pc:spChg>
        <pc:spChg chg="add mod">
          <ac:chgData name="MISHRA Kanishk" userId="4bbc736d-6bfb-462e-9324-98f1e1e13f79" providerId="ADAL" clId="{FA743B27-5FCB-4F86-A754-833792E00475}" dt="2025-07-31T15:31:26.567" v="2656"/>
          <ac:spMkLst>
            <pc:docMk/>
            <pc:sldMk cId="0" sldId="266"/>
            <ac:spMk id="3" creationId="{EF28FAB3-C167-DEAC-FCAF-7FE6A104BECB}"/>
          </ac:spMkLst>
        </pc:spChg>
        <pc:spChg chg="add mod">
          <ac:chgData name="MISHRA Kanishk" userId="4bbc736d-6bfb-462e-9324-98f1e1e13f79" providerId="ADAL" clId="{FA743B27-5FCB-4F86-A754-833792E00475}" dt="2025-07-31T17:25:06.809" v="2955"/>
          <ac:spMkLst>
            <pc:docMk/>
            <pc:sldMk cId="0" sldId="266"/>
            <ac:spMk id="6" creationId="{1CEDA8E7-AD24-BEE3-4A24-BFA3B234A1BA}"/>
          </ac:spMkLst>
        </pc:spChg>
        <pc:spChg chg="mod">
          <ac:chgData name="MISHRA Kanishk" userId="4bbc736d-6bfb-462e-9324-98f1e1e13f79" providerId="ADAL" clId="{FA743B27-5FCB-4F86-A754-833792E00475}" dt="2025-07-31T17:42:09.804" v="3210" actId="20577"/>
          <ac:spMkLst>
            <pc:docMk/>
            <pc:sldMk cId="0" sldId="266"/>
            <ac:spMk id="231" creationId="{00000000-0000-0000-0000-000000000000}"/>
          </ac:spMkLst>
        </pc:spChg>
      </pc:sldChg>
      <pc:sldChg chg="addSp modSp add mod">
        <pc:chgData name="MISHRA Kanishk" userId="4bbc736d-6bfb-462e-9324-98f1e1e13f79" providerId="ADAL" clId="{FA743B27-5FCB-4F86-A754-833792E00475}" dt="2025-07-31T18:11:02.222" v="4457"/>
        <pc:sldMkLst>
          <pc:docMk/>
          <pc:sldMk cId="0" sldId="267"/>
        </pc:sldMkLst>
        <pc:spChg chg="add mod">
          <ac:chgData name="MISHRA Kanishk" userId="4bbc736d-6bfb-462e-9324-98f1e1e13f79" providerId="ADAL" clId="{FA743B27-5FCB-4F86-A754-833792E00475}" dt="2025-07-31T15:31:11.241" v="2654"/>
          <ac:spMkLst>
            <pc:docMk/>
            <pc:sldMk cId="0" sldId="267"/>
            <ac:spMk id="2" creationId="{09B3223D-0760-43F8-A0F3-39CD358B61BC}"/>
          </ac:spMkLst>
        </pc:spChg>
        <pc:spChg chg="add mod">
          <ac:chgData name="MISHRA Kanishk" userId="4bbc736d-6bfb-462e-9324-98f1e1e13f79" providerId="ADAL" clId="{FA743B27-5FCB-4F86-A754-833792E00475}" dt="2025-07-31T15:31:28.703" v="2657"/>
          <ac:spMkLst>
            <pc:docMk/>
            <pc:sldMk cId="0" sldId="267"/>
            <ac:spMk id="3" creationId="{0534C9DD-8F80-EA64-56CF-4D95459B5F5B}"/>
          </ac:spMkLst>
        </pc:spChg>
        <pc:spChg chg="mod">
          <ac:chgData name="MISHRA Kanishk" userId="4bbc736d-6bfb-462e-9324-98f1e1e13f79" providerId="ADAL" clId="{FA743B27-5FCB-4F86-A754-833792E00475}" dt="2025-07-31T18:11:02.222" v="4457"/>
          <ac:spMkLst>
            <pc:docMk/>
            <pc:sldMk cId="0" sldId="267"/>
            <ac:spMk id="237" creationId="{00000000-0000-0000-0000-000000000000}"/>
          </ac:spMkLst>
        </pc:spChg>
      </pc:sldChg>
      <pc:sldChg chg="addSp delSp modSp mod">
        <pc:chgData name="MISHRA Kanishk" userId="4bbc736d-6bfb-462e-9324-98f1e1e13f79" providerId="ADAL" clId="{FA743B27-5FCB-4F86-A754-833792E00475}" dt="2025-07-31T16:16:00.041" v="2887" actId="207"/>
        <pc:sldMkLst>
          <pc:docMk/>
          <pc:sldMk cId="4083847380" sldId="268"/>
        </pc:sldMkLst>
        <pc:spChg chg="add mod">
          <ac:chgData name="MISHRA Kanishk" userId="4bbc736d-6bfb-462e-9324-98f1e1e13f79" providerId="ADAL" clId="{FA743B27-5FCB-4F86-A754-833792E00475}" dt="2025-07-31T16:16:00.041" v="2887" actId="207"/>
          <ac:spMkLst>
            <pc:docMk/>
            <pc:sldMk cId="4083847380" sldId="268"/>
            <ac:spMk id="7" creationId="{79E63F6E-D331-B557-3BAB-658767211E2A}"/>
          </ac:spMkLst>
        </pc:spChg>
      </pc:sldChg>
      <pc:sldChg chg="addSp delSp modSp mod">
        <pc:chgData name="MISHRA Kanishk" userId="4bbc736d-6bfb-462e-9324-98f1e1e13f79" providerId="ADAL" clId="{FA743B27-5FCB-4F86-A754-833792E00475}" dt="2025-07-31T16:16:44.171" v="2894" actId="207"/>
        <pc:sldMkLst>
          <pc:docMk/>
          <pc:sldMk cId="395055058" sldId="269"/>
        </pc:sldMkLst>
        <pc:spChg chg="add mod">
          <ac:chgData name="MISHRA Kanishk" userId="4bbc736d-6bfb-462e-9324-98f1e1e13f79" providerId="ADAL" clId="{FA743B27-5FCB-4F86-A754-833792E00475}" dt="2025-07-31T16:16:44.171" v="2894" actId="207"/>
          <ac:spMkLst>
            <pc:docMk/>
            <pc:sldMk cId="395055058" sldId="269"/>
            <ac:spMk id="7" creationId="{5B3B873B-170F-F38A-3DAD-B72B093116F6}"/>
          </ac:spMkLst>
        </pc:spChg>
      </pc:sldChg>
      <pc:sldChg chg="addSp delSp modSp mod">
        <pc:chgData name="MISHRA Kanishk" userId="4bbc736d-6bfb-462e-9324-98f1e1e13f79" providerId="ADAL" clId="{FA743B27-5FCB-4F86-A754-833792E00475}" dt="2025-07-31T16:17:43.101" v="2902" actId="207"/>
        <pc:sldMkLst>
          <pc:docMk/>
          <pc:sldMk cId="1033481378" sldId="270"/>
        </pc:sldMkLst>
        <pc:spChg chg="add mod">
          <ac:chgData name="MISHRA Kanishk" userId="4bbc736d-6bfb-462e-9324-98f1e1e13f79" providerId="ADAL" clId="{FA743B27-5FCB-4F86-A754-833792E00475}" dt="2025-07-31T16:17:43.101" v="2902" actId="207"/>
          <ac:spMkLst>
            <pc:docMk/>
            <pc:sldMk cId="1033481378" sldId="270"/>
            <ac:spMk id="7" creationId="{6C5E3F0F-976E-13D6-6EFF-462075471975}"/>
          </ac:spMkLst>
        </pc:spChg>
      </pc:sldChg>
      <pc:sldChg chg="addSp delSp modSp mod">
        <pc:chgData name="MISHRA Kanishk" userId="4bbc736d-6bfb-462e-9324-98f1e1e13f79" providerId="ADAL" clId="{FA743B27-5FCB-4F86-A754-833792E00475}" dt="2025-07-31T16:18:52.546" v="2908" actId="113"/>
        <pc:sldMkLst>
          <pc:docMk/>
          <pc:sldMk cId="3011245" sldId="272"/>
        </pc:sldMkLst>
        <pc:spChg chg="add mod">
          <ac:chgData name="MISHRA Kanishk" userId="4bbc736d-6bfb-462e-9324-98f1e1e13f79" providerId="ADAL" clId="{FA743B27-5FCB-4F86-A754-833792E00475}" dt="2025-07-31T16:18:52.546" v="2908" actId="113"/>
          <ac:spMkLst>
            <pc:docMk/>
            <pc:sldMk cId="3011245" sldId="272"/>
            <ac:spMk id="5" creationId="{905235A4-4DC6-7457-E3D0-CBB2BE6D8225}"/>
          </ac:spMkLst>
        </pc:spChg>
      </pc:sldChg>
      <pc:sldChg chg="addSp delSp modSp mod ord">
        <pc:chgData name="MISHRA Kanishk" userId="4bbc736d-6bfb-462e-9324-98f1e1e13f79" providerId="ADAL" clId="{FA743B27-5FCB-4F86-A754-833792E00475}" dt="2025-07-31T16:18:02.909" v="2903" actId="113"/>
        <pc:sldMkLst>
          <pc:docMk/>
          <pc:sldMk cId="2198122900" sldId="273"/>
        </pc:sldMkLst>
        <pc:spChg chg="mod">
          <ac:chgData name="MISHRA Kanishk" userId="4bbc736d-6bfb-462e-9324-98f1e1e13f79" providerId="ADAL" clId="{FA743B27-5FCB-4F86-A754-833792E00475}" dt="2025-07-31T15:57:16.317" v="2814" actId="1076"/>
          <ac:spMkLst>
            <pc:docMk/>
            <pc:sldMk cId="2198122900" sldId="273"/>
            <ac:spMk id="2" creationId="{5B9EA2B5-CD96-B2C4-AD13-516CBA7C0EC7}"/>
          </ac:spMkLst>
        </pc:spChg>
        <pc:spChg chg="add mod">
          <ac:chgData name="MISHRA Kanishk" userId="4bbc736d-6bfb-462e-9324-98f1e1e13f79" providerId="ADAL" clId="{FA743B27-5FCB-4F86-A754-833792E00475}" dt="2025-07-31T16:18:02.909" v="2903" actId="113"/>
          <ac:spMkLst>
            <pc:docMk/>
            <pc:sldMk cId="2198122900" sldId="273"/>
            <ac:spMk id="6" creationId="{C6103B3D-F696-313A-1C67-1064F474747B}"/>
          </ac:spMkLst>
        </pc:spChg>
      </pc:sldChg>
      <pc:sldChg chg="addSp delSp modSp add mod">
        <pc:chgData name="MISHRA Kanishk" userId="4bbc736d-6bfb-462e-9324-98f1e1e13f79" providerId="ADAL" clId="{FA743B27-5FCB-4F86-A754-833792E00475}" dt="2025-07-31T16:12:46.460" v="2862"/>
        <pc:sldMkLst>
          <pc:docMk/>
          <pc:sldMk cId="1478674321" sldId="274"/>
        </pc:sldMkLst>
        <pc:spChg chg="add mod">
          <ac:chgData name="MISHRA Kanishk" userId="4bbc736d-6bfb-462e-9324-98f1e1e13f79" providerId="ADAL" clId="{FA743B27-5FCB-4F86-A754-833792E00475}" dt="2025-07-31T07:37:01.147" v="1669"/>
          <ac:spMkLst>
            <pc:docMk/>
            <pc:sldMk cId="1478674321" sldId="274"/>
            <ac:spMk id="2" creationId="{CA5B138C-CCB3-2B85-D774-19A85C8AF5C4}"/>
          </ac:spMkLst>
        </pc:spChg>
        <pc:spChg chg="add mod">
          <ac:chgData name="MISHRA Kanishk" userId="4bbc736d-6bfb-462e-9324-98f1e1e13f79" providerId="ADAL" clId="{FA743B27-5FCB-4F86-A754-833792E00475}" dt="2025-07-31T08:43:39.792" v="1711"/>
          <ac:spMkLst>
            <pc:docMk/>
            <pc:sldMk cId="1478674321" sldId="274"/>
            <ac:spMk id="3" creationId="{203EFFA4-811D-FEFA-D4B9-92F037137F5F}"/>
          </ac:spMkLst>
        </pc:spChg>
        <pc:spChg chg="add mod">
          <ac:chgData name="MISHRA Kanishk" userId="4bbc736d-6bfb-462e-9324-98f1e1e13f79" providerId="ADAL" clId="{FA743B27-5FCB-4F86-A754-833792E00475}" dt="2025-07-31T15:55:36.600" v="2803" actId="1076"/>
          <ac:spMkLst>
            <pc:docMk/>
            <pc:sldMk cId="1478674321" sldId="274"/>
            <ac:spMk id="7" creationId="{1BFA3A46-07F2-D2B5-0588-C442E79DA993}"/>
          </ac:spMkLst>
        </pc:spChg>
        <pc:spChg chg="add del mod">
          <ac:chgData name="MISHRA Kanishk" userId="4bbc736d-6bfb-462e-9324-98f1e1e13f79" providerId="ADAL" clId="{FA743B27-5FCB-4F86-A754-833792E00475}" dt="2025-07-31T16:12:46.157" v="2861" actId="478"/>
          <ac:spMkLst>
            <pc:docMk/>
            <pc:sldMk cId="1478674321" sldId="274"/>
            <ac:spMk id="141" creationId="{A7084389-C9B6-8233-2563-9DBE2883BC94}"/>
          </ac:spMkLst>
        </pc:spChg>
      </pc:sldChg>
      <pc:sldChg chg="modSp add mod">
        <pc:chgData name="MISHRA Kanishk" userId="4bbc736d-6bfb-462e-9324-98f1e1e13f79" providerId="ADAL" clId="{FA743B27-5FCB-4F86-A754-833792E00475}" dt="2025-07-31T16:12:46.871" v="2863" actId="255"/>
        <pc:sldMkLst>
          <pc:docMk/>
          <pc:sldMk cId="2593848843" sldId="275"/>
        </pc:sldMkLst>
        <pc:spChg chg="mod">
          <ac:chgData name="MISHRA Kanishk" userId="4bbc736d-6bfb-462e-9324-98f1e1e13f79" providerId="ADAL" clId="{FA743B27-5FCB-4F86-A754-833792E00475}" dt="2025-07-31T16:12:46.871" v="2863" actId="255"/>
          <ac:spMkLst>
            <pc:docMk/>
            <pc:sldMk cId="2593848843" sldId="275"/>
            <ac:spMk id="141" creationId="{EB34A81B-12B6-BD7B-B86B-393B9EF0562E}"/>
          </ac:spMkLst>
        </pc:spChg>
        <pc:spChg chg="mod">
          <ac:chgData name="MISHRA Kanishk" userId="4bbc736d-6bfb-462e-9324-98f1e1e13f79" providerId="ADAL" clId="{FA743B27-5FCB-4F86-A754-833792E00475}" dt="2025-07-31T15:55:45.884" v="2804" actId="1076"/>
          <ac:spMkLst>
            <pc:docMk/>
            <pc:sldMk cId="2593848843" sldId="275"/>
            <ac:spMk id="142" creationId="{7DC9587C-092B-C822-FDC6-4CBE29B3C9D9}"/>
          </ac:spMkLst>
        </pc:spChg>
      </pc:sldChg>
      <pc:sldChg chg="addSp modSp add mod">
        <pc:chgData name="MISHRA Kanishk" userId="4bbc736d-6bfb-462e-9324-98f1e1e13f79" providerId="ADAL" clId="{FA743B27-5FCB-4F86-A754-833792E00475}" dt="2025-07-31T17:56:35.758" v="3923" actId="6549"/>
        <pc:sldMkLst>
          <pc:docMk/>
          <pc:sldMk cId="3333749012" sldId="276"/>
        </pc:sldMkLst>
        <pc:spChg chg="mod">
          <ac:chgData name="MISHRA Kanishk" userId="4bbc736d-6bfb-462e-9324-98f1e1e13f79" providerId="ADAL" clId="{FA743B27-5FCB-4F86-A754-833792E00475}" dt="2025-07-31T17:56:35.758" v="3923" actId="6549"/>
          <ac:spMkLst>
            <pc:docMk/>
            <pc:sldMk cId="3333749012" sldId="276"/>
            <ac:spMk id="231" creationId="{C30205AC-7B8E-5012-3F5C-BF2728CA7CDB}"/>
          </ac:spMkLst>
        </pc:spChg>
      </pc:sldChg>
      <pc:sldChg chg="addSp delSp modSp add mod">
        <pc:chgData name="MISHRA Kanishk" userId="4bbc736d-6bfb-462e-9324-98f1e1e13f79" providerId="ADAL" clId="{FA743B27-5FCB-4F86-A754-833792E00475}" dt="2025-07-31T17:26:27.927" v="2961" actId="20577"/>
        <pc:sldMkLst>
          <pc:docMk/>
          <pc:sldMk cId="228877893" sldId="277"/>
        </pc:sldMkLst>
        <pc:spChg chg="add mod">
          <ac:chgData name="MISHRA Kanishk" userId="4bbc736d-6bfb-462e-9324-98f1e1e13f79" providerId="ADAL" clId="{FA743B27-5FCB-4F86-A754-833792E00475}" dt="2025-07-31T17:26:27.927" v="2961" actId="20577"/>
          <ac:spMkLst>
            <pc:docMk/>
            <pc:sldMk cId="228877893" sldId="277"/>
            <ac:spMk id="5" creationId="{CA253778-9AD0-A6AB-4D6E-8282690F7160}"/>
          </ac:spMkLst>
        </pc:spChg>
        <pc:picChg chg="add mod">
          <ac:chgData name="MISHRA Kanishk" userId="4bbc736d-6bfb-462e-9324-98f1e1e13f79" providerId="ADAL" clId="{FA743B27-5FCB-4F86-A754-833792E00475}" dt="2025-07-31T17:21:32.917" v="2949" actId="1076"/>
          <ac:picMkLst>
            <pc:docMk/>
            <pc:sldMk cId="228877893" sldId="277"/>
            <ac:picMk id="7" creationId="{00A637E1-D2E4-9908-27D7-C541E7B06C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dacc448f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dacc448f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8F28887A-A739-8769-287B-24879AE9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dacc448f9_0_172:notes">
            <a:extLst>
              <a:ext uri="{FF2B5EF4-FFF2-40B4-BE49-F238E27FC236}">
                <a16:creationId xmlns:a16="http://schemas.microsoft.com/office/drawing/2014/main" id="{6309D65B-3FD4-7930-C981-63DFD9FB1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dacc448f9_0_172:notes">
            <a:extLst>
              <a:ext uri="{FF2B5EF4-FFF2-40B4-BE49-F238E27FC236}">
                <a16:creationId xmlns:a16="http://schemas.microsoft.com/office/drawing/2014/main" id="{730DAA38-3041-7803-774F-E4B39C4C1F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842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CAD1BBDC-6A6F-4829-E08D-3B02ADADC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dacc448f9_0_172:notes">
            <a:extLst>
              <a:ext uri="{FF2B5EF4-FFF2-40B4-BE49-F238E27FC236}">
                <a16:creationId xmlns:a16="http://schemas.microsoft.com/office/drawing/2014/main" id="{29C50933-B029-74E6-DFDE-1F4D49FF6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dacc448f9_0_172:notes">
            <a:extLst>
              <a:ext uri="{FF2B5EF4-FFF2-40B4-BE49-F238E27FC236}">
                <a16:creationId xmlns:a16="http://schemas.microsoft.com/office/drawing/2014/main" id="{A538D92D-7AEB-F896-1873-E3C61FD4E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74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dacc448f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dacc448f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976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680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717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8340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636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9A0D31C7-AB80-9036-5C53-3118F809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>
            <a:extLst>
              <a:ext uri="{FF2B5EF4-FFF2-40B4-BE49-F238E27FC236}">
                <a16:creationId xmlns:a16="http://schemas.microsoft.com/office/drawing/2014/main" id="{11FE5661-E70A-D6BC-FB15-B5E17D639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>
            <a:extLst>
              <a:ext uri="{FF2B5EF4-FFF2-40B4-BE49-F238E27FC236}">
                <a16:creationId xmlns:a16="http://schemas.microsoft.com/office/drawing/2014/main" id="{3F55A8DE-F1DE-407C-EC42-331CAD3B3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023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dacc448f9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4dacc448f9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8E773784-005A-23AE-B4F9-73A1D7968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4dacc448f9_0_303:notes">
            <a:extLst>
              <a:ext uri="{FF2B5EF4-FFF2-40B4-BE49-F238E27FC236}">
                <a16:creationId xmlns:a16="http://schemas.microsoft.com/office/drawing/2014/main" id="{003B396D-36DD-D3D3-5649-F17D45C65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4dacc448f9_0_303:notes">
            <a:extLst>
              <a:ext uri="{FF2B5EF4-FFF2-40B4-BE49-F238E27FC236}">
                <a16:creationId xmlns:a16="http://schemas.microsoft.com/office/drawing/2014/main" id="{BA1C90C5-79D5-6667-75A7-42179A325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951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dacc448f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dacc448f9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dacc448f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dacc448f9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99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6834B-7FEE-FAB2-563A-AB7019DB86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86750" y="49276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64250" y="1343400"/>
            <a:ext cx="5468100" cy="12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MismatchAnalyzer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11700" y="2674852"/>
            <a:ext cx="8520600" cy="12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A presentation on the AI-Driven </a:t>
            </a:r>
          </a:p>
          <a:p>
            <a:pPr marL="0" lvl="0" indent="0" algn="r"/>
            <a:r>
              <a:rPr lang="en-IN" sz="2000" i="1" dirty="0"/>
              <a:t>Image Difference Analyzer</a:t>
            </a:r>
            <a:endParaRPr lang="en-US" sz="2000" i="1" dirty="0"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7051182" y="4192073"/>
            <a:ext cx="1781117" cy="679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Presented by,</a:t>
            </a:r>
            <a:endParaRPr sz="1600"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 dirty="0">
                <a:solidFill>
                  <a:srgbClr val="B7B7B7"/>
                </a:solidFill>
              </a:rPr>
              <a:t>Kanishk Mishra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DEB3C2-B635-304F-E0AE-15D5C1A8C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7276793-E963-1989-3D14-794F26EA519C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Statements</a:t>
            </a:r>
            <a:endParaRPr lang="en-IN" dirty="0"/>
          </a:p>
        </p:txBody>
      </p:sp>
      <p:sp>
        <p:nvSpPr>
          <p:cNvPr id="142" name="Google Shape;142;p14"/>
          <p:cNvSpPr txBox="1">
            <a:spLocks noGrp="1"/>
          </p:cNvSpPr>
          <p:nvPr>
            <p:ph type="body" idx="1"/>
          </p:nvPr>
        </p:nvSpPr>
        <p:spPr>
          <a:xfrm>
            <a:off x="1152720" y="1307850"/>
            <a:ext cx="7038900" cy="3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200" b="1" dirty="0"/>
              <a:t>Version </a:t>
            </a:r>
            <a:r>
              <a:rPr lang="en-IN" sz="1200" b="1" i="1" dirty="0"/>
              <a:t>V01: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Leverage AI to calculate mismatch % between two cluster screenshots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Input: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N" sz="1200" dirty="0">
                <a:solidFill>
                  <a:schemeClr val="bg2">
                    <a:lumMod val="75000"/>
                  </a:schemeClr>
                </a:solidFill>
              </a:rPr>
              <a:t>Cluster image dataset &amp; HTML comparison report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Output: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Categorized analysis report (4 status groups)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Spreadsheet with % differences from multiple models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OCR-extracted text from selected images</a:t>
            </a:r>
          </a:p>
          <a:p>
            <a:pPr marL="615950" lvl="1" indent="0">
              <a:lnSpc>
                <a:spcPct val="100000"/>
              </a:lnSpc>
              <a:buNone/>
            </a:pP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  <a:p>
            <a:pPr marL="146050" lvl="0" indent="0">
              <a:lnSpc>
                <a:spcPct val="100000"/>
              </a:lnSpc>
              <a:buNone/>
            </a:pPr>
            <a:r>
              <a:rPr lang="en-IN" sz="1200" b="1" dirty="0"/>
              <a:t>Version </a:t>
            </a:r>
            <a:r>
              <a:rPr lang="en-IN" sz="1200" b="1" i="1" dirty="0"/>
              <a:t>V02: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Use LLM to describe differences in natural language</a:t>
            </a:r>
            <a:endParaRPr lang="en-IN" sz="1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Highlight differences between two images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2">
                    <a:lumMod val="75000"/>
                  </a:schemeClr>
                </a:solidFill>
              </a:rPr>
              <a:t>Output: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Analysis report + LLM review 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Highlighted diff image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IN" sz="1200" dirty="0">
              <a:solidFill>
                <a:schemeClr val="bg2">
                  <a:lumMod val="75000"/>
                </a:schemeClr>
              </a:solidFill>
            </a:endParaRPr>
          </a:p>
          <a:p>
            <a:pPr marL="146050" lvl="0" indent="0">
              <a:lnSpc>
                <a:spcPct val="100000"/>
              </a:lnSpc>
              <a:buNone/>
            </a:pPr>
            <a:r>
              <a:rPr lang="en-IN" sz="1200" b="1" dirty="0"/>
              <a:t>Version </a:t>
            </a:r>
            <a:r>
              <a:rPr lang="en-IN" sz="1200" b="1" i="1" dirty="0"/>
              <a:t>V2.1: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Fine-tune a multimodal model on comparison images + target outputs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FF0966F-A8D4-6262-1085-4A9BEF78BAF6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E2BBB15F-313D-43A8-7EF0-451F7D5CFA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CCC3E6D6-3C09-8884-385C-D1458BE4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>
            <a:extLst>
              <a:ext uri="{FF2B5EF4-FFF2-40B4-BE49-F238E27FC236}">
                <a16:creationId xmlns:a16="http://schemas.microsoft.com/office/drawing/2014/main" id="{A7084389-C9B6-8233-2563-9DBE2883B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 Approach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B138C-CCB3-2B85-D774-19A85C8AF5C4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03EFFA4-811D-FEFA-D4B9-92F037137F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  <p:sp>
        <p:nvSpPr>
          <p:cNvPr id="7" name="Google Shape;142;p14">
            <a:extLst>
              <a:ext uri="{FF2B5EF4-FFF2-40B4-BE49-F238E27FC236}">
                <a16:creationId xmlns:a16="http://schemas.microsoft.com/office/drawing/2014/main" id="{1BFA3A46-07F2-D2B5-0588-C442E79DA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60340" y="1307850"/>
            <a:ext cx="7038900" cy="3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IN" sz="1200" dirty="0"/>
              <a:t>For</a:t>
            </a:r>
            <a:r>
              <a:rPr lang="en-IN" sz="1200" b="1" dirty="0"/>
              <a:t> </a:t>
            </a:r>
            <a:r>
              <a:rPr lang="en-IN" sz="1200" b="1" i="1" dirty="0"/>
              <a:t>V01: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Do a pixelwise comparison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Issue? – Too sensitive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Check size difference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Go for the head – Neural Networks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Use </a:t>
            </a:r>
            <a:r>
              <a:rPr lang="en-US" sz="1200" dirty="0" err="1"/>
              <a:t>ViT</a:t>
            </a:r>
            <a:r>
              <a:rPr lang="en-US" sz="1200" dirty="0"/>
              <a:t> to get the embedding vectors of both the images.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Calculate the cosine similarity (dissimilarity)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Set thresholds for all the statuses (</a:t>
            </a:r>
            <a:r>
              <a:rPr lang="en-US" sz="1200" i="1" dirty="0"/>
              <a:t>OK</a:t>
            </a:r>
            <a:r>
              <a:rPr lang="en-US" sz="1200" dirty="0"/>
              <a:t>, </a:t>
            </a:r>
            <a:r>
              <a:rPr lang="en-US" sz="1200" i="1" dirty="0"/>
              <a:t>NOK</a:t>
            </a:r>
            <a:r>
              <a:rPr lang="en-US" sz="1200" dirty="0"/>
              <a:t>, </a:t>
            </a:r>
            <a:r>
              <a:rPr lang="en-US" sz="1200" i="1" dirty="0"/>
              <a:t>Investigate</a:t>
            </a:r>
            <a:r>
              <a:rPr lang="en-US" sz="1200" dirty="0"/>
              <a:t> &amp; </a:t>
            </a:r>
            <a:r>
              <a:rPr lang="en-US" sz="1200" i="1" dirty="0"/>
              <a:t>Faulty</a:t>
            </a:r>
            <a:r>
              <a:rPr lang="en-US" sz="1200" dirty="0"/>
              <a:t>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Small image issue!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Use a GAN to enlarge and enhance images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Use an OCR to extract text when required.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  <a:p>
            <a:pPr marL="146050" lvl="0" indent="0">
              <a:lnSpc>
                <a:spcPct val="100000"/>
              </a:lnSpc>
              <a:buNone/>
            </a:pPr>
            <a:r>
              <a:rPr lang="en-IN" sz="1200" dirty="0"/>
              <a:t>For</a:t>
            </a:r>
            <a:r>
              <a:rPr lang="en-IN" sz="1200" b="1" dirty="0"/>
              <a:t> </a:t>
            </a:r>
            <a:r>
              <a:rPr lang="en-IN" sz="1200" b="1" i="1" dirty="0"/>
              <a:t>V02: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Try with API of a cloud based MLLM – </a:t>
            </a:r>
            <a:r>
              <a:rPr lang="en-US" sz="1200" i="1" dirty="0"/>
              <a:t>better performance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1200" dirty="0"/>
              <a:t>Engineer prompts to include images and req instructions</a:t>
            </a:r>
            <a:endParaRPr lang="en-IN" sz="1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Use Pillow to create the highlighted diff image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 CV to find minute differences and send with the prompt</a:t>
            </a:r>
          </a:p>
        </p:txBody>
      </p:sp>
    </p:spTree>
    <p:extLst>
      <p:ext uri="{BB962C8B-B14F-4D97-AF65-F5344CB8AC3E}">
        <p14:creationId xmlns:p14="http://schemas.microsoft.com/office/powerpoint/2010/main" val="147867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CC9DCD95-6B5B-B2B5-00CE-C167EADE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>
            <a:extLst>
              <a:ext uri="{FF2B5EF4-FFF2-40B4-BE49-F238E27FC236}">
                <a16:creationId xmlns:a16="http://schemas.microsoft.com/office/drawing/2014/main" id="{EB34A81B-12B6-BD7B-B86B-393B9EF05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 &amp; Metrics Used</a:t>
            </a:r>
            <a:endParaRPr dirty="0"/>
          </a:p>
        </p:txBody>
      </p:sp>
      <p:sp>
        <p:nvSpPr>
          <p:cNvPr id="142" name="Google Shape;142;p14">
            <a:extLst>
              <a:ext uri="{FF2B5EF4-FFF2-40B4-BE49-F238E27FC236}">
                <a16:creationId xmlns:a16="http://schemas.microsoft.com/office/drawing/2014/main" id="{7DC9587C-092B-C822-FDC6-4CBE29B3C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67960" y="138467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sz="1200" dirty="0"/>
              <a:t>Scale mismatch computation</a:t>
            </a:r>
            <a:endParaRPr sz="1200" dirty="0"/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sz="1200" dirty="0"/>
              <a:t>Pixel mismatch computation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CLIP</a:t>
            </a:r>
            <a:r>
              <a:rPr lang="en-US" sz="1200" dirty="0"/>
              <a:t> </a:t>
            </a:r>
            <a:r>
              <a:rPr lang="en-US" sz="1200" i="1" dirty="0"/>
              <a:t>from</a:t>
            </a:r>
            <a:r>
              <a:rPr lang="en-US" sz="1200" dirty="0"/>
              <a:t> OpenAI - </a:t>
            </a:r>
            <a:r>
              <a:rPr lang="en-US" sz="1200" i="1" dirty="0"/>
              <a:t>for perceptual variation</a:t>
            </a:r>
          </a:p>
          <a:p>
            <a:pPr lvl="1">
              <a:lnSpc>
                <a:spcPct val="100000"/>
              </a:lnSpc>
              <a:buSzPts val="1300"/>
              <a:buFont typeface="Lato" panose="020F0502020204030203" pitchFamily="34" charset="0"/>
              <a:buChar char="→"/>
            </a:pPr>
            <a:r>
              <a:rPr lang="en-US" sz="1200" i="1" dirty="0"/>
              <a:t>Coupled with torch’s cosine similarity computation</a:t>
            </a:r>
            <a:endParaRPr sz="1200" dirty="0"/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IN" sz="1200" dirty="0"/>
              <a:t>Segment wise CLIP mismatch computation</a:t>
            </a:r>
            <a:r>
              <a:rPr lang="en-IN" sz="1200" b="1" dirty="0"/>
              <a:t> 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IN" sz="1200" b="1" dirty="0" err="1"/>
              <a:t>EasyOCR</a:t>
            </a:r>
            <a:r>
              <a:rPr lang="en-IN" sz="1200" dirty="0"/>
              <a:t> – for text extraction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IN" sz="1200" b="1" dirty="0"/>
              <a:t>Real-ESRGAN</a:t>
            </a:r>
            <a:r>
              <a:rPr lang="en-IN" sz="1200" dirty="0"/>
              <a:t> – </a:t>
            </a:r>
            <a:r>
              <a:rPr lang="en-IN" sz="1200" i="1" dirty="0"/>
              <a:t>for image enhancement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IN" sz="1200" b="1" dirty="0"/>
              <a:t>Mistral</a:t>
            </a:r>
            <a:r>
              <a:rPr lang="en-IN" sz="1200" dirty="0"/>
              <a:t> (</a:t>
            </a:r>
            <a:r>
              <a:rPr lang="en-IN" sz="1200" dirty="0" err="1"/>
              <a:t>Ollama</a:t>
            </a:r>
            <a:r>
              <a:rPr lang="en-IN" sz="1200" dirty="0"/>
              <a:t>) </a:t>
            </a:r>
            <a:r>
              <a:rPr lang="en-IN" sz="1200" i="1" dirty="0"/>
              <a:t>via</a:t>
            </a:r>
            <a:r>
              <a:rPr lang="en-IN" sz="1200" dirty="0"/>
              <a:t> API – </a:t>
            </a:r>
            <a:r>
              <a:rPr lang="en-IN" sz="1200" i="1" dirty="0"/>
              <a:t>for difference review</a:t>
            </a:r>
            <a:r>
              <a:rPr lang="en-IN" sz="1200" dirty="0"/>
              <a:t> </a:t>
            </a:r>
            <a:endParaRPr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8943F6-58AC-C424-EA16-C1C8E16FAE76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F8A6253-27ED-6DA3-B332-C93A678BE7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93848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1;p23">
            <a:extLst>
              <a:ext uri="{FF2B5EF4-FFF2-40B4-BE49-F238E27FC236}">
                <a16:creationId xmlns:a16="http://schemas.microsoft.com/office/drawing/2014/main" id="{5B9EA2B5-CD96-B2C4-AD13-516CBA7C0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1610" y="1420933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dirty="0"/>
              <a:t>If images are not comparable → Status = Faulty (e.g., different sizes)</a:t>
            </a:r>
          </a:p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dirty="0"/>
              <a:t>If overall CLIP mismatch &gt; NOK threshold → Status = NOK</a:t>
            </a:r>
          </a:p>
          <a:p>
            <a:pPr marL="488950" lvl="0" indent="-342900" algn="l" rtl="0">
              <a:spcBef>
                <a:spcPts val="0"/>
              </a:spcBef>
              <a:spcAft>
                <a:spcPts val="0"/>
              </a:spcAft>
              <a:buSzPts val="1300"/>
              <a:buFont typeface="+mj-lt"/>
              <a:buAutoNum type="arabicPeriod"/>
            </a:pPr>
            <a:r>
              <a:rPr lang="en-US" dirty="0"/>
              <a:t>If CLIP mismatch &gt; Investigate threshold:</a:t>
            </a:r>
          </a:p>
          <a:p>
            <a:pPr marL="946150" lvl="1" indent="-34290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If only one segment is very different (striking difference) → NOK</a:t>
            </a:r>
          </a:p>
          <a:p>
            <a:pPr marL="946150" lvl="1" indent="-342900">
              <a:buSzPts val="1300"/>
              <a:buFont typeface="Courier New" panose="02070309020205020404" pitchFamily="49" charset="0"/>
              <a:buChar char="o"/>
            </a:pPr>
            <a:r>
              <a:rPr lang="en-US" dirty="0"/>
              <a:t>Else → Investigate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/>
              <a:t>If CLIP mismatch ≤ Investigate threshold: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dirty="0"/>
              <a:t>If one striking segment is found → NOK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dirty="0"/>
              <a:t>Else if segment mismatch &gt; NOK threshold → Investigate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dirty="0"/>
              <a:t>Else if segment mismatch &gt; Investigate threshold → Investigate</a:t>
            </a:r>
          </a:p>
          <a:p>
            <a:pPr marL="946150" lvl="1" indent="-342900">
              <a:buFont typeface="Courier New" panose="02070309020205020404" pitchFamily="49" charset="0"/>
              <a:buChar char="o"/>
            </a:pPr>
            <a:r>
              <a:rPr lang="en-US" dirty="0"/>
              <a:t>Else → OK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9F582-5307-881D-4526-F4AB2B2E6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CCC3240-175A-CB9D-B7B4-2ED048096B3A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6" name="Google Shape;141;p14">
            <a:extLst>
              <a:ext uri="{FF2B5EF4-FFF2-40B4-BE49-F238E27FC236}">
                <a16:creationId xmlns:a16="http://schemas.microsoft.com/office/drawing/2014/main" id="{C6103B3D-F696-313A-1C67-1064F4747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IN" b="1" dirty="0"/>
              <a:t>V01</a:t>
            </a:r>
            <a:r>
              <a:rPr lang="en-IN" dirty="0"/>
              <a:t> Comparison &amp; Status Logic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812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506401215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160;p16">
            <a:extLst>
              <a:ext uri="{FF2B5EF4-FFF2-40B4-BE49-F238E27FC236}">
                <a16:creationId xmlns:a16="http://schemas.microsoft.com/office/drawing/2014/main" id="{8A9A3B78-E63F-1D2E-2F4C-70AA18725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2407273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0.02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0.06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1B4D33F-12EE-D4A0-E0A0-380CC60A6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899" y="1496245"/>
            <a:ext cx="10763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E970728-A9A0-7085-04B6-65A2BB3B2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777" y="1496245"/>
            <a:ext cx="10763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4F7F97-65DA-5F3B-01D6-80BAA5787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35" y="3001501"/>
            <a:ext cx="3078866" cy="114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8683181-F178-C035-88F0-7DE13F649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600" y="3001501"/>
            <a:ext cx="3078866" cy="114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B71B1-0D9D-E33F-E63E-AA38940A9A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8718420-DFB1-ED8B-E224-BD407B1B8F56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7" name="Google Shape;141;p14">
            <a:extLst>
              <a:ext uri="{FF2B5EF4-FFF2-40B4-BE49-F238E27FC236}">
                <a16:creationId xmlns:a16="http://schemas.microsoft.com/office/drawing/2014/main" id="{685DE7B3-6CE1-AB5B-34FD-F241645218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i="1" dirty="0"/>
              <a:t>Sample</a:t>
            </a:r>
            <a:r>
              <a:rPr lang="en-US" b="1" dirty="0"/>
              <a:t> </a:t>
            </a:r>
            <a:r>
              <a:rPr lang="en-US" b="1" dirty="0">
                <a:solidFill>
                  <a:srgbClr val="00B050"/>
                </a:solidFill>
              </a:rPr>
              <a:t>OK</a:t>
            </a:r>
            <a:r>
              <a:rPr lang="en-US" dirty="0"/>
              <a:t> Cases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3616208421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9.63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9.32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CE64134A-C38F-792E-EEEC-FFD09BD4F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096086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11.24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49870000-91D4-CF58-9A3F-8F436809C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474" y="3025604"/>
            <a:ext cx="1735221" cy="110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B9DE1FC-0990-7978-0C0A-D085E3D2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307" y="3025604"/>
            <a:ext cx="1735222" cy="110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4B31746C-E0F8-080C-9533-6E45F593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29" y="1285660"/>
            <a:ext cx="2807714" cy="10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E99EC4D1-6300-1AEE-0CBD-ACD735A0F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857" y="1285660"/>
            <a:ext cx="2807714" cy="104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840E01-D133-6948-B7BC-1AEB301C3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BC86857-96B6-5EA7-EBCE-D0CB65B0943A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7" name="Google Shape;141;p14">
            <a:extLst>
              <a:ext uri="{FF2B5EF4-FFF2-40B4-BE49-F238E27FC236}">
                <a16:creationId xmlns:a16="http://schemas.microsoft.com/office/drawing/2014/main" id="{79E63F6E-D331-B557-3BAB-658767211E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i="1" dirty="0"/>
              <a:t>Sample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NOK</a:t>
            </a:r>
            <a:r>
              <a:rPr lang="en-US" dirty="0"/>
              <a:t> Cases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84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3673370256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5.47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9.5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25FD0FBA-84F5-BD07-73D4-7F41D99C19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1710174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0.5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0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3.45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54" name="Picture 6">
            <a:extLst>
              <a:ext uri="{FF2B5EF4-FFF2-40B4-BE49-F238E27FC236}">
                <a16:creationId xmlns:a16="http://schemas.microsoft.com/office/drawing/2014/main" id="{1A376271-35BF-2F52-EB2F-DB0DF95AC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45" y="1285660"/>
            <a:ext cx="1186755" cy="107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361C3C73-24BC-FC20-F9F8-9CF52E3C9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2" y="1285660"/>
            <a:ext cx="1186755" cy="107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396246C4-6A94-A18B-DB6E-E8CE77588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343" y="3023288"/>
            <a:ext cx="1160758" cy="10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517D93-B38D-7D4F-3A48-5B0F7139C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900" y="3023288"/>
            <a:ext cx="1160758" cy="10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36DAC-2AE5-F553-3472-74EC9CCCA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266ACB-B433-0852-D55F-03FD6A0FD971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7" name="Google Shape;141;p14">
            <a:extLst>
              <a:ext uri="{FF2B5EF4-FFF2-40B4-BE49-F238E27FC236}">
                <a16:creationId xmlns:a16="http://schemas.microsoft.com/office/drawing/2014/main" id="{5B3B873B-170F-F38A-3DAD-B72B09311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i="1" dirty="0"/>
              <a:t>Sample</a:t>
            </a:r>
            <a:r>
              <a:rPr lang="en-US" b="1" dirty="0"/>
              <a:t> </a:t>
            </a:r>
            <a:r>
              <a:rPr lang="en-US" b="1" dirty="0">
                <a:solidFill>
                  <a:srgbClr val="FFC000"/>
                </a:solidFill>
              </a:rPr>
              <a:t>Investigate</a:t>
            </a:r>
            <a:r>
              <a:rPr lang="en-US" dirty="0"/>
              <a:t> Cases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5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16"/>
          <p:cNvGraphicFramePr/>
          <p:nvPr>
            <p:extLst>
              <p:ext uri="{D42A27DB-BD31-4B8C-83A1-F6EECF244321}">
                <p14:modId xmlns:p14="http://schemas.microsoft.com/office/powerpoint/2010/main" val="1273011251"/>
              </p:ext>
            </p:extLst>
          </p:nvPr>
        </p:nvGraphicFramePr>
        <p:xfrm>
          <a:off x="880050" y="4302950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NA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Google Shape;160;p16">
            <a:extLst>
              <a:ext uri="{FF2B5EF4-FFF2-40B4-BE49-F238E27FC236}">
                <a16:creationId xmlns:a16="http://schemas.microsoft.com/office/drawing/2014/main" id="{86F48494-7480-B9AA-BEF9-34DAC37D2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5067568"/>
              </p:ext>
            </p:extLst>
          </p:nvPr>
        </p:nvGraphicFramePr>
        <p:xfrm>
          <a:off x="880050" y="2514566"/>
          <a:ext cx="7383900" cy="335250"/>
        </p:xfrm>
        <a:graphic>
          <a:graphicData uri="http://schemas.openxmlformats.org/drawingml/2006/table">
            <a:tbl>
              <a:tblPr>
                <a:noFill/>
                <a:tableStyleId>{1ABA0128-31A8-4EDB-8E3B-B04A8E53E062}</a:tableStyleId>
              </a:tblPr>
              <a:tblGrid>
                <a:gridCol w="249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CLIP mismatch = NA</a:t>
                      </a: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Scale mismatch = 8.8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lt1"/>
                          </a:solidFill>
                        </a:rPr>
                        <a:t>Max Segment mismatch = NA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CEE7A7E5-2091-B842-0476-D2286199F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200" y="1519420"/>
            <a:ext cx="609600" cy="7239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5FBCA2D-B705-F8BA-94DB-2B43359B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251" y="1624195"/>
            <a:ext cx="590550" cy="61912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1E3186-2C63-8FE6-0F40-009AF44FF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260" y="3088536"/>
            <a:ext cx="2347480" cy="1050188"/>
          </a:xfrm>
          <a:prstGeom prst="rect">
            <a:avLst/>
          </a:prstGeom>
        </p:spPr>
      </p:pic>
      <p:sp>
        <p:nvSpPr>
          <p:cNvPr id="6" name="Flowchart: Sequential Access Storage 5">
            <a:extLst>
              <a:ext uri="{FF2B5EF4-FFF2-40B4-BE49-F238E27FC236}">
                <a16:creationId xmlns:a16="http://schemas.microsoft.com/office/drawing/2014/main" id="{5A233AB0-3A3A-D6F3-9CEF-D82CC91C4A80}"/>
              </a:ext>
            </a:extLst>
          </p:cNvPr>
          <p:cNvSpPr/>
          <p:nvPr/>
        </p:nvSpPr>
        <p:spPr>
          <a:xfrm>
            <a:off x="2105893" y="3311236"/>
            <a:ext cx="1219199" cy="531640"/>
          </a:xfrm>
          <a:prstGeom prst="flowChartMagneticTap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Image is missing!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73D843-CEA4-6D62-A390-6E8E589EB5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86A4F27-F93F-3BC0-CF00-C093FC2DA5C9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7" name="Google Shape;141;p14">
            <a:extLst>
              <a:ext uri="{FF2B5EF4-FFF2-40B4-BE49-F238E27FC236}">
                <a16:creationId xmlns:a16="http://schemas.microsoft.com/office/drawing/2014/main" id="{6C5E3F0F-976E-13D6-6EFF-462075471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i="1" dirty="0"/>
              <a:t>Sample</a:t>
            </a:r>
            <a:r>
              <a:rPr lang="en-US" b="1" dirty="0"/>
              <a:t>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Faulty</a:t>
            </a:r>
            <a:r>
              <a:rPr lang="en-US" dirty="0"/>
              <a:t> Cases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3481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4BBA60-05D3-A978-BAF1-47F26C2C0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791167"/>
              </p:ext>
            </p:extLst>
          </p:nvPr>
        </p:nvGraphicFramePr>
        <p:xfrm>
          <a:off x="2724150" y="1889413"/>
          <a:ext cx="3695700" cy="1854200"/>
        </p:xfrm>
        <a:graphic>
          <a:graphicData uri="http://schemas.openxmlformats.org/drawingml/2006/table">
            <a:tbl>
              <a:tblPr firstRow="1" bandRow="1">
                <a:tableStyleId>{1ABA0128-31A8-4EDB-8E3B-B04A8E53E062}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311296608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660455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36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008000"/>
                          </a:solidFill>
                          <a:effectLst/>
                        </a:rP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2967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4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rgbClr val="FF0000"/>
                          </a:solidFill>
                          <a:effectLst/>
                        </a:rPr>
                        <a:t>NOK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753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657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A500"/>
                          </a:solidFill>
                          <a:effectLst/>
                        </a:rPr>
                        <a:t>Investigate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912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860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808080"/>
                          </a:solidFill>
                          <a:effectLst/>
                        </a:rPr>
                        <a:t>Faulty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53438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17503A-2EF2-CE2A-C7BF-B3966B380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7E2C577-28C9-98FC-65D7-46A562BEBEEF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5" name="Google Shape;141;p14">
            <a:extLst>
              <a:ext uri="{FF2B5EF4-FFF2-40B4-BE49-F238E27FC236}">
                <a16:creationId xmlns:a16="http://schemas.microsoft.com/office/drawing/2014/main" id="{905235A4-4DC6-7457-E3D0-CBB2BE6D8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b="1" dirty="0"/>
              <a:t>V01</a:t>
            </a:r>
            <a:r>
              <a:rPr lang="en-US" dirty="0"/>
              <a:t> Analysis Summary over </a:t>
            </a:r>
            <a:r>
              <a:rPr lang="en-US" b="1" i="1" dirty="0"/>
              <a:t>C1AREG_10i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1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8C908470-92BB-FC74-DE1F-32D4EDF4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D9906A-AAF8-554D-856A-7D1E78AF16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28E73371-D85B-1A13-4F07-B904BD50D30E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5" name="Google Shape;141;p14">
            <a:extLst>
              <a:ext uri="{FF2B5EF4-FFF2-40B4-BE49-F238E27FC236}">
                <a16:creationId xmlns:a16="http://schemas.microsoft.com/office/drawing/2014/main" id="{CA253778-9AD0-A6AB-4D6E-8282690F7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US" i="1" dirty="0"/>
              <a:t>Sample </a:t>
            </a:r>
            <a:r>
              <a:rPr lang="en-US" b="1" dirty="0"/>
              <a:t>V02</a:t>
            </a:r>
            <a:r>
              <a:rPr lang="en-US" dirty="0"/>
              <a:t> Final Analysis</a:t>
            </a:r>
            <a:r>
              <a:rPr lang="en-US" b="1" i="1" dirty="0"/>
              <a:t> </a:t>
            </a:r>
            <a:r>
              <a:rPr lang="en-US" dirty="0"/>
              <a:t>Report</a:t>
            </a:r>
            <a:endParaRPr dirty="0"/>
          </a:p>
        </p:txBody>
      </p:sp>
      <p:pic>
        <p:nvPicPr>
          <p:cNvPr id="7" name="Picture 6" descr="A black and white image of a logo&#10;&#10;AI-generated content may be incorrect.">
            <a:extLst>
              <a:ext uri="{FF2B5EF4-FFF2-40B4-BE49-F238E27FC236}">
                <a16:creationId xmlns:a16="http://schemas.microsoft.com/office/drawing/2014/main" id="{00A637E1-D2E4-9908-27D7-C541E7B0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1471271"/>
            <a:ext cx="6713220" cy="31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7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GPU unavailability - </a:t>
            </a:r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Unresolved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Low CLIP MM% on large images</a:t>
            </a:r>
            <a:endParaRPr lang="en-IN" sz="1200" i="1" dirty="0"/>
          </a:p>
          <a:p>
            <a:pPr lvl="1"/>
            <a:r>
              <a:rPr lang="en-IN" sz="1200" dirty="0">
                <a:solidFill>
                  <a:schemeClr val="tx2"/>
                </a:solidFill>
              </a:rPr>
              <a:t>Implemented Resolution:</a:t>
            </a:r>
            <a:r>
              <a:rPr lang="en-IN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1200" dirty="0"/>
              <a:t>Segment compared large images and take the argmax CLIP MM%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Low CLIP MM% on very small images</a:t>
            </a:r>
            <a:endParaRPr lang="en-IN" sz="1200" i="1" dirty="0"/>
          </a:p>
          <a:p>
            <a:pPr lvl="1"/>
            <a:r>
              <a:rPr lang="en-IN" sz="1200" dirty="0">
                <a:solidFill>
                  <a:schemeClr val="tx2"/>
                </a:solidFill>
              </a:rPr>
              <a:t>Implemented Resolution:</a:t>
            </a:r>
            <a:r>
              <a:rPr lang="en-IN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1200" dirty="0"/>
              <a:t>Enhanced them using GAN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Low CLIP MM% on text variations</a:t>
            </a:r>
            <a:endParaRPr lang="en-IN" sz="1200" i="1" dirty="0"/>
          </a:p>
          <a:p>
            <a:pPr lvl="1"/>
            <a:r>
              <a:rPr lang="en-IN" sz="1200" dirty="0">
                <a:solidFill>
                  <a:schemeClr val="tx2"/>
                </a:solidFill>
              </a:rPr>
              <a:t>Implemented Resolution:</a:t>
            </a:r>
            <a:r>
              <a:rPr lang="en-IN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IN" sz="1200" dirty="0"/>
              <a:t>Added a text recognition model to compare textual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Executable file’s size issue due to model weights - </a:t>
            </a:r>
            <a:r>
              <a:rPr lang="en-IN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Unresolved</a:t>
            </a:r>
            <a:endParaRPr lang="en-IN" sz="1200" dirty="0"/>
          </a:p>
          <a:p>
            <a:pPr lvl="1"/>
            <a:endParaRPr lang="en-IN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98D53B-1865-D737-6E1B-A84CD11C38FB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F28FAB3-C167-DEAC-FCAF-7FE6A104BE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6" name="Google Shape;236;p24">
            <a:extLst>
              <a:ext uri="{FF2B5EF4-FFF2-40B4-BE49-F238E27FC236}">
                <a16:creationId xmlns:a16="http://schemas.microsoft.com/office/drawing/2014/main" id="{1CEDA8E7-AD24-BEE3-4A24-BFA3B234A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/>
            <a:r>
              <a:rPr lang="en-IN" dirty="0"/>
              <a:t>Challenges Faced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68D84321-5214-A5FD-38C2-5EF89F55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>
            <a:extLst>
              <a:ext uri="{FF2B5EF4-FFF2-40B4-BE49-F238E27FC236}">
                <a16:creationId xmlns:a16="http://schemas.microsoft.com/office/drawing/2014/main" id="{29774396-7BB9-4C99-0E5B-C093479F9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31" name="Google Shape;231;p23">
            <a:extLst>
              <a:ext uri="{FF2B5EF4-FFF2-40B4-BE49-F238E27FC236}">
                <a16:creationId xmlns:a16="http://schemas.microsoft.com/office/drawing/2014/main" id="{C30205AC-7B8E-5012-3F5C-BF2728CA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63388" y="153421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CLIP and Mistral have been the most reliable local and cloud-based models so far.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hybrid analysis </a:t>
            </a:r>
            <a:r>
              <a:rPr lang="en-US" dirty="0"/>
              <a:t>approach can be considered to avoid sending confidential data to cloud-based models.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However, relying solely on an online MLLM is currently the most efficient option.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A fully offline/local solution is storage-intensive and resource-draining, but it's the best choice for data privacy.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Fine-tuning and prompt engineering are the recommended paths forward; training a model from scratch would be inefficient.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F1188-2A0C-A788-9594-F2D3635F7196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E98F42-B5FA-35FD-2244-5A86369E92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3374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</a:t>
            </a:r>
            <a:endParaRPr dirty="0"/>
          </a:p>
        </p:txBody>
      </p:sp>
      <p:sp>
        <p:nvSpPr>
          <p:cNvPr id="237" name="Google Shape;237;p24"/>
          <p:cNvSpPr txBox="1">
            <a:spLocks noGrp="1"/>
          </p:cNvSpPr>
          <p:nvPr>
            <p:ph type="body" idx="1"/>
          </p:nvPr>
        </p:nvSpPr>
        <p:spPr>
          <a:xfrm>
            <a:off x="1157292" y="153421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dirty="0"/>
              <a:t>Additional models like VGG16 can be explored.</a:t>
            </a:r>
            <a:endParaRPr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dirty="0"/>
              <a:t>The bootstrap technique can be used to fine-tune a secondary model by generating scores from our current models and using them as input for training.</a:t>
            </a:r>
            <a:endParaRPr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dirty="0"/>
              <a:t>Individual percentage scores from different methods can be aggregated using a suitable technique.</a:t>
            </a:r>
            <a:endParaRPr dirty="0"/>
          </a:p>
          <a:p>
            <a:pPr lvl="0" algn="l" rtl="0"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" dirty="0"/>
              <a:t>These scores can also be converted into percentiles for better comparability.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hybrid approach is approved, fine-tuning Mistral via API using the difference image and expected description can be done.</a:t>
            </a:r>
            <a:r>
              <a:rPr lang="e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the offline approach is accepted, Mistral’s models like </a:t>
            </a:r>
            <a:r>
              <a:rPr lang="en-US" dirty="0" err="1"/>
              <a:t>Pixtral</a:t>
            </a:r>
            <a:r>
              <a:rPr lang="en-US" dirty="0"/>
              <a:t> can be downloaded and fine-tuned.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can be scaled to detect mistakes in a screenshot without the expected image.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B3223D-0760-43F8-A0F3-39CD358B61BC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534C9DD-8F80-EA64-56CF-4D95459B5F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>
            <a:spLocks noGrp="1"/>
          </p:cNvSpPr>
          <p:nvPr>
            <p:ph type="title"/>
          </p:nvPr>
        </p:nvSpPr>
        <p:spPr>
          <a:xfrm>
            <a:off x="1052550" y="2277049"/>
            <a:ext cx="7038900" cy="589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Thankyou</a:t>
            </a:r>
            <a:endParaRPr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633EB1-D887-E3A1-305E-5387343F00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FB67E52-4C1D-8B54-64AE-97B8EC1467BF}"/>
              </a:ext>
            </a:extLst>
          </p:cNvPr>
          <p:cNvSpPr txBox="1">
            <a:spLocks/>
          </p:cNvSpPr>
          <p:nvPr/>
        </p:nvSpPr>
        <p:spPr>
          <a:xfrm>
            <a:off x="5402580" y="167385"/>
            <a:ext cx="334422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dirty="0"/>
              <a:t>Renault Nissan Technology &amp; Business Centre India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44911568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894</Words>
  <Application>Microsoft Office PowerPoint</Application>
  <PresentationFormat>On-screen Show (16:9)</PresentationFormat>
  <Paragraphs>169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Lato</vt:lpstr>
      <vt:lpstr>Arial</vt:lpstr>
      <vt:lpstr>Montserrat</vt:lpstr>
      <vt:lpstr>Courier New</vt:lpstr>
      <vt:lpstr>Focus</vt:lpstr>
      <vt:lpstr>MismatchAnalyzer</vt:lpstr>
      <vt:lpstr> Problem Statements</vt:lpstr>
      <vt:lpstr> My Approach</vt:lpstr>
      <vt:lpstr> Models &amp; Metrics Used</vt:lpstr>
      <vt:lpstr> V01 Comparison &amp; Status Logic</vt:lpstr>
      <vt:lpstr> Sample OK Cases</vt:lpstr>
      <vt:lpstr> Sample NOK Cases</vt:lpstr>
      <vt:lpstr> Sample Investigate Cases</vt:lpstr>
      <vt:lpstr> Sample Faulty Cases</vt:lpstr>
      <vt:lpstr> V01 Analysis Summary over C1AREG_10i </vt:lpstr>
      <vt:lpstr> Sample V02 Final Analysis Report</vt:lpstr>
      <vt:lpstr> Challenges Faced</vt:lpstr>
      <vt:lpstr> Conclusion</vt:lpstr>
      <vt:lpstr> Scope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MISHRA Kanishk</cp:lastModifiedBy>
  <cp:revision>4</cp:revision>
  <dcterms:modified xsi:type="dcterms:W3CDTF">2025-08-20T05:51:30Z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Focus:3</vt:lpwstr>
  </property>
  <property fmtid="{D5CDD505-2E9C-101B-9397-08002B2CF9AE}" pid="3" name="ClassificationContentMarkingFooterText">
    <vt:lpwstr>Confidential C</vt:lpwstr>
  </property>
</Properties>
</file>